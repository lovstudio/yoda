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1 of 13
**Type**: Cover
**Filename**: 01-slide-cover.png
// NARRATIVE GOAL
一句话说明产品是谁、服务谁、创造什么价值。
// KEY CONTENT
Headline: Yoda：超级开发者的 AI Harness 工作台
Sub-headline: 统一 Agent、上下文与交付，让 AI 真正进入持续创造
Body: 融资版 BP · 2026.07
// VISUAL
暖白底，大标题占据左侧；右侧只有一条从“想法”走向“作品”的细绿色轨道。无功能标签、无多余口号。
// LAYOUT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2 of 13
**Type**: Content
**Filename**: 02-slide-problem.png
// NARRATIVE GOAL
用具体工作场景说明问题，不从技术概念讲起。
// KEY CONTENT
Headline: AI 能写代码，但创造过程仍被工具切碎
Sub-headline: 同一项任务，需要在 Agent、终端、文件、Git 和发布页面之间反复切换
Body:
- 上下文反复重述
- 过程难以观察和干预
- 成功方法难以复用
// VISUAL
一条被五个工具节点打断的工作流；底部一句结论：“不是 AI 不够强，是工作流没有跟上。”
// LAYOUT
Layout: linear-progression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3 of 13
**Type**: Content
**Filename**: 03-slide-solution.png
// NARRATIVE GOAL
说明 Yoda 如何把碎片化步骤变成连续体验。
// KEY CONTENT
Headline: Yoda 把整个 AI 创造过程放进一个工作台
Sub-headline: 从目标、执行到 Review 与发布，用户始终掌握上下文和方向
Body: 目标 → 会话 → 干预 → Review → 交付
// VISUAL
一条连续绿色轨道贯穿五个阶段；Yoda 作为工作台位于轨道下方，不做多张功能卡片。
// LAYOUT
Layout: process-flow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4 of 13
**Type**: Content
**Filename**: 04-slide-product-experience.png
// NARRATIVE GOAL
用真实画面和一个核心循环展示产品体验。
// KEY CONTENT
Headline: 一个入口，完成一次可控的 AI 交付
Sub-headline: 启动任务、观察过程、修正方向、验收结果
Body: 单 Agent 与多 Agent 都适用；工作方式由任务决定
// VISUAL
右侧使用真实 Yoda 启动画面；左侧用四个大号动词构成产品循环，并明确标注当前画面不是虚构主界面。
// LAYOUT
Layout: split-screen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5 of 13
**Type**: Content
**Filename**: 05-slide-harness.png
// NARRATIVE GOAL
把 Harness 解释为产品资产层与技术壁垒，而不是流行术语。
// KEY CONTENT
Headline: Harness 让 AI 的工作过程可控、可复用、可迁移
Sub-headline: 31 种 Agent Client 之上，Yoda 统一会话、能力、上下文与交付
Body: Session · Skills · Hooks · Memory · Review · CI/CD
// VISUAL
三层结构：31 Agent Clients → Yoda Harness 连续轨道 → Diff/Test/Release。中间只用一条深绿色横带。
// LAYOUT
Layout: hierarchical-layers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6 of 13
**Type**: Content
**Filename**: 06-slide-why-now.png
// NARRATIVE GOAL
说明为什么 Harness 的窗口正在现在形成。
// KEY CONTENT
Headline: AI 执行能力正在商品化，驾驭能力成为新的价值层
Sub-headline: 创作者已把 AI 放进工作流，但最终判断仍由人完成
Body:
- 75%：创意 AI 已融入或成为工作流必要部分
- 85%：最终创意决策仍应由人完成
// VISUAL
两个大数字分置两侧，中间一条细线；底部只保留“AI 执行，人负责方向与品味”。
// LAYOUT
Layout: data-highlight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7 of 13
**Type**: Content
**Filename**: 07-slide-traction.png
// NARRATIVE GOAL
诚实展示已有使用信号和尚未完成的商业验证。
// KEY CONTENT
Headline: 已有真实使用信号，付费验证仍在起点
Sub-headline: 当前数据证明有人下载、Clone 和授权，但不能替代留存与收入
Body:
- 126：14 天独立 Cloner
- 73：独立授权用户
- 73：公开 Release
- 3：Relay 试用账户
- 0：付费用户
// VISUAL
四个使用数字沿一条基线排列；右下角单独强调“0 付费”，并注明这是下一阶段核心验证。
// LAYOUT
Layout: metric-row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8 of 13
**Type**: Content
**Filename**: 08-slide-business-model.png
// NARRATIVE GOAL
解释 C/B 双轨如何共享产品底座，并把高校教育作为明确 B 端切口。
// KEY CONTENT
Headline: C 端验证产品，B 端教育放大客单价
Sub-headline: 个人订阅与机构年约共享同一套 Harness 底座
Body:
- C 端：Desktop → Relay / Creator Pro → Studio
- B 端：付费试点 → Education 产品包 → 机构年约
// VISUAL
左侧两条简洁收入路径；右侧使用真实 AI 创造营照片，标注为渠道与培训场景证明、不是 Yoda 客户案例。
// LAYOUT
Layout: split-screen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9 of 13
**Type**: Content
**Filename**: 09-slide-market.png
// NARRATIVE GOAL
把市场规模与切入路径放在同一张图里，避免先讲大市场再重复讲用户。
// KEY CONTENT
Headline: 从超级开发者切入一个 248 亿美元创作者工具市场
Sub-headline: 先服务高频 Coding 创作者，再扩展到 AI 原生个人与团队
Body:
- TAM：248 亿美元
- SAM：24.8 亿美元
- 三年 SOM：240 万美元 ARR
// VISUAL
左侧三个同心圆表达切入路径；右侧三行大数字表达 TAM/SAM/SOM。每个数字只配一行口径。
// LAYOUT
Layout: split-screen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10 of 13
**Type**: Content
**Filename**: 10-slide-differentiation.png
// NARRATIVE GOAL
让投资人理解竞争边界和差异化，不列竞品 Logo 墙。
// KEY CONTENT
Headline: Yoda 不卷模型，也不把 Agent 团队当产品终局
Sub-headline: Yoda 占据跨客户端组织工作、沉淀资产与完成交付的 Harness 层
Body:
- 供应商中立：31 种 Agent Client
- 资产沉淀：Skills、Memory、工作流
- 交付闭环：Review、Test、CI/CD、Release
// VISUAL
三层结构中只高亮 Yoda Harness；右侧三条差异化证据，不使用竞品 Logo。
// LAYOUT
Layout: layered-comparison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11 of 13
**Type**: Content
**Filename**: 11-slide-growth.png
// NARRATIVE GOAL
把 18–24 个月计划压缩为四个可验证阶段。
// KEY CONTENT
Headline: 下一阶段只验证一件事：可重复增长
Sub-headline: 先做实体验与数据，再验证个人付费和机构年约
Body:
- 0–3 月：体验、埋点、20 位深访
- 4–6 月：自然增长、2–3 家设计伙伴
- 7–12 月：个人付费与机构试点
- 13–24 月：机构年约、渠道与英文市场
// VISUAL
一条四阶段时间轴；每段只有阶段名、目标和一个关键验证信号。
// LAYOUT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12 of 13
**Type**: Content
**Filename**: 12-slide-team.png
// NARRATIVE GOAL
用真实执行数据证明 Founder–Product Fit。
// KEY CONTENT
Headline: Yoda 用 Yoda 开发自己，迭代速度就是第一份背书
Sub-headline: 创始人长期横跨开发工具、内容创作与 AI 产品化
Body:
- 1,645 次 main 提交
- 73 个公开 Release
- 31 种 Agent Client 适配
// VISUAL
左侧真实分享现场照片；右侧一句结论和三个无底板大数字。
// LAYOUT
Layout: split-screen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简单、具体、可信，带一点野心。像优秀种子轮融资材料，而不是产品功能说明书。使用苹果发布会式的清晰度、咨询报告式的证据意识和创业团队的真实感。
Background:
  Texture: clean，纯色，无纹理、网格、渐变或装饰背景
  Base Color: 暖白 #F7F6F2；只在少数对比页使用极浅暖灰 #EFEEE9
Typography:
  Headlines: 现代粗体无衬线，结论式标题，54–72px，严格控制在两行内
  Body: 现代无衬线，24–30px；脚注可缩小但必须清晰
  Numbers: 大号、直接、附口径，不放在多层卡片中
Color Palette:
  Primary Text: #111111
  Secondary Text: #62645F
  Hairline: #D7D6D0
  Brand Accent: Yoda Deep Green #173D2A
  Secondary Accent: Yoda Green #5DC98F，仅用于一个关键节点或数字
Visual Elements:
  - 真实产品截图、真实用户现场和真实数据优先
  - 只使用细线、少量色块、流程轨道和大数字
  - 每页最多一个主视觉；圆角底板最多一块
  - 不使用图标墙、胶囊标签堆叠、装饰性箭头、阴影卡片阵列或复杂坐标轴
Density Guidelines:
  - 每页一个结论，最多 2 个支撑层级
  - 四周保留 80–100px 安全边距
  - 页面至少 40% 留白
Style Rules:
  Do: 标题直接表达结论；每页为口头讲述提供一个视觉锚点；明确数据日期与证据边界
  Don't: 不伪造产品 UI、客户、订单、留存或收入；不重复解释 Agent 团队；不让技术名词成为标题主体；不使用深色满版背景
&lt;/STYLE_INSTRUCTIONS&gt;
## SLIDE CONTENT
## Slide 13 of 13
**Type**: Closing
**Filename**: 13-slide-fundraise.png
// NARRATIVE GOAL
清楚给出融资条件、用途和本轮资金要买到的结果。
// KEY CONTENT
Headline: 融资 200 万元，购买 18–24 个月的验证窗口
Sub-headline: 或 30 万美元，出让 10% 股权
Body:
- 60% 技术研发与产品体验
- 30% 市场推广
- 10% 基础设施与运营
- 下一阶段目标：验证留存、个人付费与机构年约能否形成可重复增长
// VISUAL
左侧大号融资金额；右侧三条极简资金比例线和最终验证目标。该页直接作为结束页，不追加致谢页。
// LAYOUT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2026-07-22T15:51:38Z</dcterms:created>
  <dcterms:modified xsi:type="dcterms:W3CDTF">2026-07-22T15:51:38Z</dcterms:modified>
</cp:coreProperties>
</file>