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苹果发布会式清晰度、咨询报告式可信度与创业团队真实感的结合。整体采用暖白、暖灰背景和精确的现代几何排版，只使用 Yoda 绿作为品牌强调色；每页用一句结论统领一个观点，让真实截图、数据或流程承担主要叙事。
Background:
  Texture: clean，纯色背景，无纸张纹理、渐变噪点或装饰图案
  Base Color: 暖白 #F7F5F0 为主，暖灰 #E9E9E6 用于分区和数据底板
Typography:
  Headlines: 粗体几何无衬线，笔画干净、结构克制、尺度强烈；中文视觉接近现代黑体
  Body: 清晰现代无衬线，适合屏幕阅读；正文视觉尺寸不小于 20pt，数字可用等宽特征增强可信度
Color Palette:
  Primary Text: 墨黑 #111111 - 标题、关键结论和核心数字
  Background: 暖白 #F7F5F0 - 主要画布
  Surface: 暖灰 #E9E9E6 - 卡片、对照区和数据底板
  Accent 1: Yoda Green #5DC98F - 唯一品牌强调色，用于关键节点、箭头和数字
  Secondary Text: 中灰 #71717A - 注释、来源和非核心信息
Visual Elements:
  - 真实 Yoda 产品截图、用户现场、活动照片、访谈或数据证据优先于图库照片
  - 使用细线流程图、简洁箭头、少量圆角底板和大数字，不使用 3D 插画或装饰性图标堆叠
  - 图表弱化坐标轴，直接标注趋势、口径和结论
  - 每页最多一个主视觉；照片保持真实色彩，只做必要裁切和轻微降饱和
Density Guidelines:
  - Content per slide: 一个核心观点，标题 + 最多 2–3 个支撑点；数据页允许 3–5 个关键数字
  - Whitespace: 四周至少保留 12%–15% 安全边距，主视觉与文字之间保持明显呼吸感
Style Rules:
  Do: 标题直接写结论；优先使用真实证据；保持 16:9；统一左对齐或明确的中心对齐；所有小字确保可读；每个数字附口径或日期
  Don't: 不使用深色满版背景；不堆复杂坐标轴；不使用无关图库人物；不编造客户、订单、留存或收入；不把 Agent 团队写成产品类别；不使用发光、玻璃拟态、过多描边和装饰线
&lt;/STYLE_INSTRUCTIONS&gt;
## SLIDE CONTENT
## Slide 1 of 18
**Type**: Cover
**Filename**: 01-slide-cover.png
// NARRATIVE GOAL
在一秒内建立产品类别、核心用户与品牌认知，不从技术功能清单开场。
// KEY CONTENT
Headline: Yoda：超级开发者的 AI Harness 工作台
Sub-headline: 统一 Agent、上下文与交付，让 AI 真正进入持续创造
Body: Your Orchestra of Delegated Agents · 融资版 BP · 2026.07
// VISUAL
暖白画布中央放置 Yoda 标志与大标题；右下角用一条极细的 Yoda 绿路径连接“想法 → AI → 作品”，形成克制但有方向感的品牌记忆。封面不使用产品功能列表。
// LAYOUT
Layout: title-hero
标题占据视觉中心偏左区域，标志与副标题形成清晰纵向层级；右下角保留大面积留白。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苹果发布会式清晰度、咨询报告式可信度与创业团队真实感的结合。整体采用暖白、暖灰背景和精确的现代几何排版，只使用 Yoda 绿作为品牌强调色；每页用一句结论统领一个观点，让真实截图、数据或流程承担主要叙事。
Background:
  Texture: clean，纯色背景，无纸张纹理、渐变噪点或装饰图案
  Base Color: 暖白 #F7F5F0 为主，暖灰 #E9E9E6 用于分区和数据底板
Typography:
  Headlines: 粗体几何无衬线，笔画干净、结构克制、尺度强烈；中文视觉接近现代黑体
  Body: 清晰现代无衬线，适合屏幕阅读；正文视觉尺寸不小于 20pt，数字可用等宽特征增强可信度
Color Palette:
  Primary Text: 墨黑 #111111 - 标题、关键结论和核心数字
  Background: 暖白 #F7F5F0 - 主要画布
  Surface: 暖灰 #E9E9E6 - 卡片、对照区和数据底板
  Accent 1: Yoda Green #5DC98F - 唯一品牌强调色，用于关键节点、箭头和数字
  Secondary Text: 中灰 #71717A - 注释、来源和非核心信息
Visual Elements:
  - 真实 Yoda 产品截图、用户现场、活动照片、访谈或数据证据优先于图库照片
  - 使用细线流程图、简洁箭头、少量圆角底板和大数字，不使用 3D 插画或装饰性图标堆叠
  - 图表弱化坐标轴，直接标注趋势、口径和结论
  - 每页最多一个主视觉；照片保持真实色彩，只做必要裁切和轻微降饱和
Density Guidelines:
  - Content per slide: 一个核心观点，标题 + 最多 2–3 个支撑点；数据页允许 3–5 个关键数字
  - Whitespace: 四周至少保留 12%–15% 安全边距，主视觉与文字之间保持明显呼吸感
Style Rules:
  Do: 标题直接写结论；优先使用真实证据；保持 16:9；统一左对齐或明确的中心对齐；所有小字确保可读；每个数字附口径或日期
  Don't: 不使用深色满版背景；不堆复杂坐标轴；不使用无关图库人物；不编造客户、订单、留存或收入；不把 Agent 团队写成产品类别；不使用发光、玻璃拟态、过多描边和装饰线
&lt;/STYLE_INSTRUCTIONS&gt;
## SLIDE CONTENT
## Slide 2 of 18
**Type**: Content
**Filename**: 02-slide-ai-needs-harness.png
// NARRATIVE GOAL
用非技术语言说明新类别为什么存在：AI 已经能执行任务，但人缺少驾驭工作过程的系统。
// KEY CONTENT
Headline: AI 已经会干活，但人还缺一套驾驭系统
Sub-headline: 从“与 AI 对话”到“让 AI 持续完成工作”，人的角色正在改变
Body:
- 模型负责生成，人仍要提供目标、上下文、判断与验收
- 真正的瓶颈开始从模型能力转向工作组织方式
// VISUAL
一条从左到右的范式变化：聊天气泡“问答”逐渐变成可观察的任务流“目标—执行—审查—交付”；人始终位于上方掌握方向。只用黑、灰和 Yoda 绿。
// LAYOUT
Layout: linear-progression
上方大标题，下方单条横向演进路径；绿色只标记“驾驭”与最终交付节点。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苹果发布会式清晰度、咨询报告式可信度与创业团队真实感的结合。整体采用暖白、暖灰背景和精确的现代几何排版，只使用 Yoda 绿作为品牌强调色；每页用一句结论统领一个观点，让真实截图、数据或流程承担主要叙事。
Background:
  Texture: clean，纯色背景，无纸张纹理、渐变噪点或装饰图案
  Base Color: 暖白 #F7F5F0 为主，暖灰 #E9E9E6 用于分区和数据底板
Typography:
  Headlines: 粗体几何无衬线，笔画干净、结构克制、尺度强烈；中文视觉接近现代黑体
  Body: 清晰现代无衬线，适合屏幕阅读；正文视觉尺寸不小于 20pt，数字可用等宽特征增强可信度
Color Palette:
  Primary Text: 墨黑 #111111 - 标题、关键结论和核心数字
  Background: 暖白 #F7F5F0 - 主要画布
  Surface: 暖灰 #E9E9E6 - 卡片、对照区和数据底板
  Accent 1: Yoda Green #5DC98F - 唯一品牌强调色，用于关键节点、箭头和数字
  Secondary Text: 中灰 #71717A - 注释、来源和非核心信息
Visual Elements:
  - 真实 Yoda 产品截图、用户现场、活动照片、访谈或数据证据优先于图库照片
  - 使用细线流程图、简洁箭头、少量圆角底板和大数字，不使用 3D 插画或装饰性图标堆叠
  - 图表弱化坐标轴，直接标注趋势、口径和结论
  - 每页最多一个主视觉；照片保持真实色彩，只做必要裁切和轻微降饱和
Density Guidelines:
  - Content per slide: 一个核心观点，标题 + 最多 2–3 个支撑点；数据页允许 3–5 个关键数字
  - Whitespace: 四周至少保留 12%–15% 安全边距，主视觉与文字之间保持明显呼吸感
Style Rules:
  Do: 标题直接写结论；优先使用真实证据；保持 16:9；统一左对齐或明确的中心对齐；所有小字确保可读；每个数字附口径或日期
  Don't: 不使用深色满版背景；不堆复杂坐标轴；不使用无关图库人物；不编造客户、订单、留存或收入；不把 Agent 团队写成产品类别；不使用发光、玻璃拟态、过多描边和装饰线
&lt;/STYLE_INSTRUCTIONS&gt;
## SLIDE CONTENT
## Slide 3 of 18
**Type**: Content
**Filename**: 03-slide-fragmented-work.png
// NARRATIVE GOAL
把用户痛点从抽象的“多 Agent”翻译成投资人能理解的工具碎片化和交付摩擦。
// KEY CONTENT
Headline: 工具越强，创作过程反而越碎片化
Sub-headline: 用户不是缺少 AI，而是在多个客户端、终端、文件与交付页面之间来回轮询
Body:
- Prompt、Skills、Memory 与模型配置散落，成功方法难以复用
- 人工参与不可消失，但当前的观察、干预和验收方式低效
// VISUAL
真实工作桌面式拼贴：多个终端、Agent 窗口、Git Diff、CI 页面和零散配置围绕一个疲于切换的人；不用图库人物，可使用真实界面局部或匿名化截图。红色警示色禁用，以灰色断裂线表现割裂。
// LAYOUT
Layout: hub-spoke
中心是“创作者”，外围五个真实工具窗口；标题在左上，结论注释在右下。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苹果发布会式清晰度、咨询报告式可信度与创业团队真实感的结合。整体采用暖白、暖灰背景和精确的现代几何排版，只使用 Yoda 绿作为品牌强调色；每页用一句结论统领一个观点，让真实截图、数据或流程承担主要叙事。
Background:
  Texture: clean，纯色背景，无纸张纹理、渐变噪点或装饰图案
  Base Color: 暖白 #F7F5F0 为主，暖灰 #E9E9E6 用于分区和数据底板
Typography:
  Headlines: 粗体几何无衬线，笔画干净、结构克制、尺度强烈；中文视觉接近现代黑体
  Body: 清晰现代无衬线，适合屏幕阅读；正文视觉尺寸不小于 20pt，数字可用等宽特征增强可信度
Color Palette:
  Primary Text: 墨黑 #111111 - 标题、关键结论和核心数字
  Background: 暖白 #F7F5F0 - 主要画布
  Surface: 暖灰 #E9E9E6 - 卡片、对照区和数据底板
  Accent 1: Yoda Green #5DC98F - 唯一品牌强调色，用于关键节点、箭头和数字
  Secondary Text: 中灰 #71717A - 注释、来源和非核心信息
Visual Elements:
  - 真实 Yoda 产品截图、用户现场、活动照片、访谈或数据证据优先于图库照片
  - 使用细线流程图、简洁箭头、少量圆角底板和大数字，不使用 3D 插画或装饰性图标堆叠
  - 图表弱化坐标轴，直接标注趋势、口径和结论
  - 每页最多一个主视觉；照片保持真实色彩，只做必要裁切和轻微降饱和
Density Guidelines:
  - Content per slide: 一个核心观点，标题 + 最多 2–3 个支撑点；数据页允许 3–5 个关键数字
  - Whitespace: 四周至少保留 12%–15% 安全边距，主视觉与文字之间保持明显呼吸感
Style Rules:
  Do: 标题直接写结论；优先使用真实证据；保持 16:9；统一左对齐或明确的中心对齐；所有小字确保可读；每个数字附口径或日期
  Don't: 不使用深色满版背景；不堆复杂坐标轴；不使用无关图库人物；不编造客户、订单、留存或收入；不把 Agent 团队写成产品类别；不使用发光、玻璃拟态、过多描边和装饰线
&lt;/STYLE_INSTRUCTIONS&gt;
## SLIDE CONTENT
## Slide 4 of 18
**Type**: Content
**Filename**: 04-slide-unified-workspace.png
// NARRATIVE GOAL
第一次完整展示产品，让投资人立刻理解 Yoda 是什么，而不是把它误认为模型或多 Agent 框架。
// KEY CONTENT
Headline: Yoda 把 Agent、上下文与交付统一进一个工作台
Sub-headline: 用户在同一个界面启动任务、观察过程、干预方向、Review 结果并继续迭代
Body:
- 单个 Agent、多个 Agent 或 Agent 团队都只是可选工作方式
// VISUAL
使用最新 Yoda 主工作区真实截图，占据约 65% 画布；在截图上仅用三处极简绿色标注指向任务/会话、执行状态、Diff/Review。必须捕获当前产品界面，不使用概念 UI 替代。
// LAYOUT
Layout: split-screen
右侧大幅产品截图，左侧标题和一句价值解释；标注数量不超过三处。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苹果发布会式清晰度、咨询报告式可信度与创业团队真实感的结合。整体采用暖白、暖灰背景和精确的现代几何排版，只使用 Yoda 绿作为品牌强调色；每页用一句结论统领一个观点，让真实截图、数据或流程承担主要叙事。
Background:
  Texture: clean，纯色背景，无纸张纹理、渐变噪点或装饰图案
  Base Color: 暖白 #F7F5F0 为主，暖灰 #E9E9E6 用于分区和数据底板
Typography:
  Headlines: 粗体几何无衬线，笔画干净、结构克制、尺度强烈；中文视觉接近现代黑体
  Body: 清晰现代无衬线，适合屏幕阅读；正文视觉尺寸不小于 20pt，数字可用等宽特征增强可信度
Color Palette:
  Primary Text: 墨黑 #111111 - 标题、关键结论和核心数字
  Background: 暖白 #F7F5F0 - 主要画布
  Surface: 暖灰 #E9E9E6 - 卡片、对照区和数据底板
  Accent 1: Yoda Green #5DC98F - 唯一品牌强调色，用于关键节点、箭头和数字
  Secondary Text: 中灰 #71717A - 注释、来源和非核心信息
Visual Elements:
  - 真实 Yoda 产品截图、用户现场、活动照片、访谈或数据证据优先于图库照片
  - 使用细线流程图、简洁箭头、少量圆角底板和大数字，不使用 3D 插画或装饰性图标堆叠
  - 图表弱化坐标轴，直接标注趋势、口径和结论
  - 每页最多一个主视觉；照片保持真实色彩，只做必要裁切和轻微降饱和
Density Guidelines:
  - Content per slide: 一个核心观点，标题 + 最多 2–3 个支撑点；数据页允许 3–5 个关键数字
  - Whitespace: 四周至少保留 12%–15% 安全边距，主视觉与文字之间保持明显呼吸感
Style Rules:
  Do: 标题直接写结论；优先使用真实证据；保持 16:9；统一左对齐或明确的中心对齐；所有小字确保可读；每个数字附口径或日期
  Don't: 不使用深色满版背景；不堆复杂坐标轴；不使用无关图库人物；不编造客户、订单、留存或收入；不把 Agent 团队写成产品类别；不使用发光、玻璃拟态、过多描边和装饰线
&lt;/STYLE_INSTRUCTIONS&gt;
## SLIDE CONTENT
## Slide 5 of 18
**Type**: Content
**Filename**: 05-slide-one-goal-many-modes.png
// NARRATIVE GOAL
消除“Yoda 只适合多 Agent 用户”的误解，强调产品从用户目标出发。
// KEY CONTENT
Headline: 用户只需选择目标，不必管理 Agent 的技术复杂度
Sub-headline: 单 Agent、Vibe Coding、Build、多 Agent 与 Agent 团队，都是按任务选择的创作方式
Body:
- Yoda 的类别是 Harness 工作台，不是 Agent 团队产品
// VISUAL
左侧一个大号“创作目标”，向右分成五条轻量路径，最终重新汇入“可验收的作品”；路径宽度一致，不暗示多 Agent 更高级。使用简洁文本标签而非卡通机器人。
// LAYOUT
Layout: tree-branching
左起目标、中央多种模式、右侧统一成果；绿色强调起点与终点，中间模式保持灰色。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苹果发布会式清晰度、咨询报告式可信度与创业团队真实感的结合。整体采用暖白、暖灰背景和精确的现代几何排版，只使用 Yoda 绿作为品牌强调色；每页用一句结论统领一个观点，让真实截图、数据或流程承担主要叙事。
Background:
  Texture: clean，纯色背景，无纸张纹理、渐变噪点或装饰图案
  Base Color: 暖白 #F7F5F0 为主，暖灰 #E9E9E6 用于分区和数据底板
Typography:
  Headlines: 粗体几何无衬线，笔画干净、结构克制、尺度强烈；中文视觉接近现代黑体
  Body: 清晰现代无衬线，适合屏幕阅读；正文视觉尺寸不小于 20pt，数字可用等宽特征增强可信度
Color Palette:
  Primary Text: 墨黑 #111111 - 标题、关键结论和核心数字
  Background: 暖白 #F7F5F0 - 主要画布
  Surface: 暖灰 #E9E9E6 - 卡片、对照区和数据底板
  Accent 1: Yoda Green #5DC98F - 唯一品牌强调色，用于关键节点、箭头和数字
  Secondary Text: 中灰 #71717A - 注释、来源和非核心信息
Visual Elements:
  - 真实 Yoda 产品截图、用户现场、活动照片、访谈或数据证据优先于图库照片
  - 使用细线流程图、简洁箭头、少量圆角底板和大数字，不使用 3D 插画或装饰性图标堆叠
  - 图表弱化坐标轴，直接标注趋势、口径和结论
  - 每页最多一个主视觉；照片保持真实色彩，只做必要裁切和轻微降饱和
Density Guidelines:
  - Content per slide: 一个核心观点，标题 + 最多 2–3 个支撑点；数据页允许 3–5 个关键数字
  - Whitespace: 四周至少保留 12%–15% 安全边距，主视觉与文字之间保持明显呼吸感
Style Rules:
  Do: 标题直接写结论；优先使用真实证据；保持 16:9；统一左对齐或明确的中心对齐；所有小字确保可读；每个数字附口径或日期
  Don't: 不使用深色满版背景；不堆复杂坐标轴；不使用无关图库人物；不编造客户、订单、留存或收入；不把 Agent 团队写成产品类别；不使用发光、玻璃拟态、过多描边和装饰线
&lt;/STYLE_INSTRUCTIONS&gt;
## SLIDE CONTENT
## Slide 6 of 18
**Type**: Content
**Filename**: 06-slide-before-after.png
// NARRATIVE GOAL
用一个场景完成价值证明：Yoda 不是多一个窗口，而是把散落步骤压缩成可控闭环。
// KEY CONTENT
Headline: 从多个窗口轮询，到一个可控的交付闭环
Sub-headline: 同一项任务，从启动、观察、干预到 Review 与发布保持连续
Body:
- Before：终端、IDE、Agent、Git、CI 反复切换并重述上下文
- After：Yoda 在一个工作区连接目标、会话、Diff、测试与发布
// VISUAL
左右真实 Before/After：左侧用五个小型真实窗口截图片段形成碎片；右侧使用一张 Yoda 工作区截图和一条连续绿色流程线。若无法获得可公开的真实截图，先标为素材缺口，不生成虚构客户界面。
// LAYOUT
Layout: binary-comparison
左右各占一半；左侧灰、右侧暖白加 Yoda 绿；中间只有一个清晰箭头。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苹果发布会式清晰度、咨询报告式可信度与创业团队真实感的结合。整体采用暖白、暖灰背景和精确的现代几何排版，只使用 Yoda 绿作为品牌强调色；每页用一句结论统领一个观点，让真实截图、数据或流程承担主要叙事。
Background:
  Texture: clean，纯色背景，无纸张纹理、渐变噪点或装饰图案
  Base Color: 暖白 #F7F5F0 为主，暖灰 #E9E9E6 用于分区和数据底板
Typography:
  Headlines: 粗体几何无衬线，笔画干净、结构克制、尺度强烈；中文视觉接近现代黑体
  Body: 清晰现代无衬线，适合屏幕阅读；正文视觉尺寸不小于 20pt，数字可用等宽特征增强可信度
Color Palette:
  Primary Text: 墨黑 #111111 - 标题、关键结论和核心数字
  Background: 暖白 #F7F5F0 - 主要画布
  Surface: 暖灰 #E9E9E6 - 卡片、对照区和数据底板
  Accent 1: Yoda Green #5DC98F - 唯一品牌强调色，用于关键节点、箭头和数字
  Secondary Text: 中灰 #71717A - 注释、来源和非核心信息
Visual Elements:
  - 真实 Yoda 产品截图、用户现场、活动照片、访谈或数据证据优先于图库照片
  - 使用细线流程图、简洁箭头、少量圆角底板和大数字，不使用 3D 插画或装饰性图标堆叠
  - 图表弱化坐标轴，直接标注趋势、口径和结论
  - 每页最多一个主视觉；照片保持真实色彩，只做必要裁切和轻微降饱和
Density Guidelines:
  - Content per slide: 一个核心观点，标题 + 最多 2–3 个支撑点；数据页允许 3–5 个关键数字
  - Whitespace: 四周至少保留 12%–15% 安全边距，主视觉与文字之间保持明显呼吸感
Style Rules:
  Do: 标题直接写结论；优先使用真实证据；保持 16:9；统一左对齐或明确的中心对齐；所有小字确保可读；每个数字附口径或日期
  Don't: 不使用深色满版背景；不堆复杂坐标轴；不使用无关图库人物；不编造客户、订单、留存或收入；不把 Agent 团队写成产品类别；不使用发光、玻璃拟态、过多描边和装饰线
&lt;/STYLE_INSTRUCTIONS&gt;
## SLIDE CONTENT
## Slide 7 of 18
**Type**: Content
**Filename**: 07-slide-harness-core.png
// NARRATIVE GOAL
把 Harness 从流行术语变成投资人能理解的产品核心与资产层。
// KEY CONTENT
Headline: Harness 才是 Yoda 的产品核心
Sub-headline: 它让 AI 的目标、能力、上下文、过程和结果都可以被人理解、控制与复用
Body:
- Session · Skills · Hooks · Memory
- Diff Review · Test · CI/CD · Release
// VISUAL
一个简洁的双层控制台：上层是“人的目标与判断”，中层是 Yoda Harness 的八个模块，下层是 Agent 执行与作品交付。模块不做八张卡片，而沿一条连续工作轨道排列。
// LAYOUT
Layout: hierarchical-layers
三层横向堆叠；中间 Harness 层使用 Yoda 绿细线贯穿，标题在左上。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苹果发布会式清晰度、咨询报告式可信度与创业团队真实感的结合。整体采用暖白、暖灰背景和精确的现代几何排版，只使用 Yoda 绿作为品牌强调色；每页用一句结论统领一个观点，让真实截图、数据或流程承担主要叙事。
Background:
  Texture: clean，纯色背景，无纸张纹理、渐变噪点或装饰图案
  Base Color: 暖白 #F7F5F0 为主，暖灰 #E9E9E6 用于分区和数据底板
Typography:
  Headlines: 粗体几何无衬线，笔画干净、结构克制、尺度强烈；中文视觉接近现代黑体
  Body: 清晰现代无衬线，适合屏幕阅读；正文视觉尺寸不小于 20pt，数字可用等宽特征增强可信度
Color Palette:
  Primary Text: 墨黑 #111111 - 标题、关键结论和核心数字
  Background: 暖白 #F7F5F0 - 主要画布
  Surface: 暖灰 #E9E9E6 - 卡片、对照区和数据底板
  Accent 1: Yoda Green #5DC98F - 唯一品牌强调色，用于关键节点、箭头和数字
  Secondary Text: 中灰 #71717A - 注释、来源和非核心信息
Visual Elements:
  - 真实 Yoda 产品截图、用户现场、活动照片、访谈或数据证据优先于图库照片
  - 使用细线流程图、简洁箭头、少量圆角底板和大数字，不使用 3D 插画或装饰性图标堆叠
  - 图表弱化坐标轴，直接标注趋势、口径和结论
  - 每页最多一个主视觉；照片保持真实色彩，只做必要裁切和轻微降饱和
Density Guidelines:
  - Content per slide: 一个核心观点，标题 + 最多 2–3 个支撑点；数据页允许 3–5 个关键数字
  - Whitespace: 四周至少保留 12%–15% 安全边距，主视觉与文字之间保持明显呼吸感
Style Rules:
  Do: 标题直接写结论；优先使用真实证据；保持 16:9；统一左对齐或明确的中心对齐；所有小字确保可读；每个数字附口径或日期
  Don't: 不使用深色满版背景；不堆复杂坐标轴；不使用无关图库人物；不编造客户、订单、留存或收入；不把 Agent 团队写成产品类别；不使用发光、玻璃拟态、过多描边和装饰线
&lt;/STYLE_INSTRUCTIONS&gt;
## SLIDE CONTENT
## Slide 8 of 18
**Type**: Content
**Filename**: 08-slide-provider-neutral.png
// NARRATIVE GOAL
说明供应商中立与适配层为什么构成技术壁垒，同时避免只炫耀接入数量。
// KEY CONTENT
Headline: 31 种 Agent Client，让 Yoda 成为供应商中立的控制层
Sub-headline: 用户可以更换模型和客户端，但持续保留自己的工作方式与 Harness 资产
Body:
- 统一命令、事件、会话恢复与状态语义
- 向下连接执行工具，向上连接 Review、CI 与发布
// VISUAL
三层架构：顶部少量代表性 Agent Client 标志和“+26”；中央是一条醒目的 Yoda Harness 横梁；底部是 Diff、Test、CI/CD、Release。不要把 31 个 Logo 全部堆满页面。
// LAYOUT
Layout: hierarchical-layers
中央 Yoda 层为唯一绿色大色块，其余使用黑白灰；右下小字注明“31 种，按仓库当前统计口径”。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苹果发布会式清晰度、咨询报告式可信度与创业团队真实感的结合。整体采用暖白、暖灰背景和精确的现代几何排版，只使用 Yoda 绿作为品牌强调色；每页用一句结论统领一个观点，让真实截图、数据或流程承担主要叙事。
Background:
  Texture: clean，纯色背景，无纸张纹理、渐变噪点或装饰图案
  Base Color: 暖白 #F7F5F0 为主，暖灰 #E9E9E6 用于分区和数据底板
Typography:
  Headlines: 粗体几何无衬线，笔画干净、结构克制、尺度强烈；中文视觉接近现代黑体
  Body: 清晰现代无衬线，适合屏幕阅读；正文视觉尺寸不小于 20pt，数字可用等宽特征增强可信度
Color Palette:
  Primary Text: 墨黑 #111111 - 标题、关键结论和核心数字
  Background: 暖白 #F7F5F0 - 主要画布
  Surface: 暖灰 #E9E9E6 - 卡片、对照区和数据底板
  Accent 1: Yoda Green #5DC98F - 唯一品牌强调色，用于关键节点、箭头和数字
  Secondary Text: 中灰 #71717A - 注释、来源和非核心信息
Visual Elements:
  - 真实 Yoda 产品截图、用户现场、活动照片、访谈或数据证据优先于图库照片
  - 使用细线流程图、简洁箭头、少量圆角底板和大数字，不使用 3D 插画或装饰性图标堆叠
  - 图表弱化坐标轴，直接标注趋势、口径和结论
  - 每页最多一个主视觉；照片保持真实色彩，只做必要裁切和轻微降饱和
Density Guidelines:
  - Content per slide: 一个核心观点，标题 + 最多 2–3 个支撑点；数据页允许 3–5 个关键数字
  - Whitespace: 四周至少保留 12%–15% 安全边距，主视觉与文字之间保持明显呼吸感
Style Rules:
  Do: 标题直接写结论；优先使用真实证据；保持 16:9；统一左对齐或明确的中心对齐；所有小字确保可读；每个数字附口径或日期
  Don't: 不使用深色满版背景；不堆复杂坐标轴；不使用无关图库人物；不编造客户、订单、留存或收入；不把 Agent 团队写成产品类别；不使用发光、玻璃拟态、过多描边和装饰线
&lt;/STYLE_INSTRUCTIONS&gt;
## SLIDE CONTENT
## Slide 9 of 18
**Type**: Content
**Filename**: 09-slide-why-now.png
// NARRATIVE GOAL
用可验证趋势说明现在是 Harness 窗口，而不是宽泛重复 AI 增长叙事。
// KEY CONTENT
Headline: 模型商品化与创作者扩张，让 Harness 迎来窗口期
Sub-headline: AI 越普及，人越需要统一的组织、控制与验收层
Body:
- 75% 的受访创作者认为创意 AI 已融入或成为工作流必要部分
- 85% 仍认为最终创意决策应由人完成
- 来源：Adobe 2026 Creators’ Toolkit Report
// VISUAL
两个超大数字“75%”与“85%”分列左右，中间用一句结论连接：“AI 执行，人负责驾驭与品味”。弱化统计装饰，不画柱状图。
// LAYOUT
Layout: two-columns
两个数字各自占据半页，下方保留小字号来源与调查口径提示。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苹果发布会式清晰度、咨询报告式可信度与创业团队真实感的结合。整体采用暖白、暖灰背景和精确的现代几何排版，只使用 Yoda 绿作为品牌强调色；每页用一句结论统领一个观点，让真实截图、数据或流程承担主要叙事。
Background:
  Texture: clean，纯色背景，无纸张纹理、渐变噪点或装饰图案
  Base Color: 暖白 #F7F5F0 为主，暖灰 #E9E9E6 用于分区和数据底板
Typography:
  Headlines: 粗体几何无衬线，笔画干净、结构克制、尺度强烈；中文视觉接近现代黑体
  Body: 清晰现代无衬线，适合屏幕阅读；正文视觉尺寸不小于 20pt，数字可用等宽特征增强可信度
Color Palette:
  Primary Text: 墨黑 #111111 - 标题、关键结论和核心数字
  Background: 暖白 #F7F5F0 - 主要画布
  Surface: 暖灰 #E9E9E6 - 卡片、对照区和数据底板
  Accent 1: Yoda Green #5DC98F - 唯一品牌强调色，用于关键节点、箭头和数字
  Secondary Text: 中灰 #71717A - 注释、来源和非核心信息
Visual Elements:
  - 真实 Yoda 产品截图、用户现场、活动照片、访谈或数据证据优先于图库照片
  - 使用细线流程图、简洁箭头、少量圆角底板和大数字，不使用 3D 插画或装饰性图标堆叠
  - 图表弱化坐标轴，直接标注趋势、口径和结论
  - 每页最多一个主视觉；照片保持真实色彩，只做必要裁切和轻微降饱和
Density Guidelines:
  - Content per slide: 一个核心观点，标题 + 最多 2–3 个支撑点；数据页允许 3–5 个关键数字
  - Whitespace: 四周至少保留 12%–15% 安全边距，主视觉与文字之间保持明显呼吸感
Style Rules:
  Do: 标题直接写结论；优先使用真实证据；保持 16:9；统一左对齐或明确的中心对齐；所有小字确保可读；每个数字附口径或日期
  Don't: 不使用深色满版背景；不堆复杂坐标轴；不使用无关图库人物；不编造客户、订单、留存或收入；不把 Agent 团队写成产品类别；不使用发光、玻璃拟态、过多描边和装饰线
&lt;/STYLE_INSTRUCTIONS&gt;
## SLIDE CONTENT
## Slide 10 of 18
**Type**: Content
**Filename**: 10-slide-market-entry.png
// NARRATIVE GOAL
解释用户定位的层次：超级开发者是最锋利的入口，而不是把 Yoda 锁死在开发者市场。
// KEY CONTENT
Headline: 超级开发者是入口，所有 AI 原生创作者是终局
Sub-headline: 市场边界不由“会不会编程”决定，而由“是否持续驾驭 AI 完成真实成果”决定
Body:
- 核心：超级开发者
- 辐射：内容创作者、广义 Coding 用户、AI 原生个人与团队
- 扩展：高校、培训机构与 AI 原生组织
// VISUAL
三个由内向外扩展的同心层：中心小而高亮，外围逐步扩大；避免传统用户画像头像，使用真实作品类型的小缩略图作为外围语义。
// LAYOUT
Layout: hierarchical-layers
同心结构居右，左侧标题与一句市场判断；每层只保留一个短标签。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苹果发布会式清晰度、咨询报告式可信度与创业团队真实感的结合。整体采用暖白、暖灰背景和精确的现代几何排版，只使用 Yoda 绿作为品牌强调色；每页用一句结论统领一个观点，让真实截图、数据或流程承担主要叙事。
Background:
  Texture: clean，纯色背景，无纸张纹理、渐变噪点或装饰图案
  Base Color: 暖白 #F7F5F0 为主，暖灰 #E9E9E6 用于分区和数据底板
Typography:
  Headlines: 粗体几何无衬线，笔画干净、结构克制、尺度强烈；中文视觉接近现代黑体
  Body: 清晰现代无衬线，适合屏幕阅读；正文视觉尺寸不小于 20pt，数字可用等宽特征增强可信度
Color Palette:
  Primary Text: 墨黑 #111111 - 标题、关键结论和核心数字
  Background: 暖白 #F7F5F0 - 主要画布
  Surface: 暖灰 #E9E9E6 - 卡片、对照区和数据底板
  Accent 1: Yoda Green #5DC98F - 唯一品牌强调色，用于关键节点、箭头和数字
  Secondary Text: 中灰 #71717A - 注释、来源和非核心信息
Visual Elements:
  - 真实 Yoda 产品截图、用户现场、活动照片、访谈或数据证据优先于图库照片
  - 使用细线流程图、简洁箭头、少量圆角底板和大数字，不使用 3D 插画或装饰性图标堆叠
  - 图表弱化坐标轴，直接标注趋势、口径和结论
  - 每页最多一个主视觉；照片保持真实色彩，只做必要裁切和轻微降饱和
Density Guidelines:
  - Content per slide: 一个核心观点，标题 + 最多 2–3 个支撑点；数据页允许 3–5 个关键数字
  - Whitespace: 四周至少保留 12%–15% 安全边距，主视觉与文字之间保持明显呼吸感
Style Rules:
  Do: 标题直接写结论；优先使用真实证据；保持 16:9；统一左对齐或明确的中心对齐；所有小字确保可读；每个数字附口径或日期
  Don't: 不使用深色满版背景；不堆复杂坐标轴；不使用无关图库人物；不编造客户、订单、留存或收入；不把 Agent 团队写成产品类别；不使用发光、玻璃拟态、过多描边和装饰线
&lt;/STYLE_INSTRUCTIONS&gt;
## SLIDE CONTENT
## Slide 11 of 18
**Type**: Content
**Filename**: 11-slide-market-size.png
// NARRATIVE GOAL
用透明口径表达市场天花板与经营目标，不把创作者经济总产值冒充软件收入。
// KEY CONTENT
Headline: 创作者工具市场提供 248 亿美元理论 TAM
Sub-headline: 先从 AI 原生创作者切入，再用真实付费持续校准市场边界
Body:
- TAM：248 亿美元/年 = 2.07 亿创作者 × 120 美元年费
- SAM：24.8 亿美元/年 = TAM × 10% 近期适配率
- 三年 SOM：240 万美元 ARR = 2 万付费账户 × 120 美元年费
- 来源：Visa 2025 Creator Report；适配率与价格为待验证假设
// VISUAL
三个由大到小的数字区块横向排列，TAM 最大、SAM 次之、SOM 最小；用细小公式直接展示口径，不使用夸张漏斗或全球地图。
// LAYOUT
Layout: three-columns
每列仅包含数字、名称、公式一行；底部统一放来源和“理论上限/假设/经营目标”标签。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苹果发布会式清晰度、咨询报告式可信度与创业团队真实感的结合。整体采用暖白、暖灰背景和精确的现代几何排版，只使用 Yoda 绿作为品牌强调色；每页用一句结论统领一个观点，让真实截图、数据或流程承担主要叙事。
Background:
  Texture: clean，纯色背景，无纸张纹理、渐变噪点或装饰图案
  Base Color: 暖白 #F7F5F0 为主，暖灰 #E9E9E6 用于分区和数据底板
Typography:
  Headlines: 粗体几何无衬线，笔画干净、结构克制、尺度强烈；中文视觉接近现代黑体
  Body: 清晰现代无衬线，适合屏幕阅读；正文视觉尺寸不小于 20pt，数字可用等宽特征增强可信度
Color Palette:
  Primary Text: 墨黑 #111111 - 标题、关键结论和核心数字
  Background: 暖白 #F7F5F0 - 主要画布
  Surface: 暖灰 #E9E9E6 - 卡片、对照区和数据底板
  Accent 1: Yoda Green #5DC98F - 唯一品牌强调色，用于关键节点、箭头和数字
  Secondary Text: 中灰 #71717A - 注释、来源和非核心信息
Visual Elements:
  - 真实 Yoda 产品截图、用户现场、活动照片、访谈或数据证据优先于图库照片
  - 使用细线流程图、简洁箭头、少量圆角底板和大数字，不使用 3D 插画或装饰性图标堆叠
  - 图表弱化坐标轴，直接标注趋势、口径和结论
  - 每页最多一个主视觉；照片保持真实色彩，只做必要裁切和轻微降饱和
Density Guidelines:
  - Content per slide: 一个核心观点，标题 + 最多 2–3 个支撑点；数据页允许 3–5 个关键数字
  - Whitespace: 四周至少保留 12%–15% 安全边距，主视觉与文字之间保持明显呼吸感
Style Rules:
  Do: 标题直接写结论；优先使用真实证据；保持 16:9；统一左对齐或明确的中心对齐；所有小字确保可读；每个数字附口径或日期
  Don't: 不使用深色满版背景；不堆复杂坐标轴；不使用无关图库人物；不编造客户、订单、留存或收入；不把 Agent 团队写成产品类别；不使用发光、玻璃拟态、过多描边和装饰线
&lt;/STYLE_INSTRUCTIONS&gt;
## SLIDE CONTENT
## Slide 12 of 18
**Type**: Content
**Filename**: 12-slide-competition.png
// NARRATIVE GOAL
澄清竞争边界：Yoda 不与模型、单一 IDE 或 Agent 团队产品争夺同一个位置。
// KEY CONTENT
Headline: Yoda 不与模型或 Agent 团队正面竞争
Sub-headline: 模型和 Agent 是执行能力，Yoda 是跨工具组织工作与积累资产的 Harness 层
Body:
- 下层：GPT、Claude、Codex 等模型与 MaaS
- 中层：Agent IDE/CLI、云端 Agent、多 Agent 团队
- 上层：Yoda 统一上下文、流程、治理与交付
// VISUAL
产业栈分层图而非传统竞品表。最底层是模型，中层是多种执行方式，最上层是一条跨供应商的 Yoda Harness；右侧标注竞争楔子“供应商中立 + 持续资产 + 交付闭环”。
// LAYOUT
Layout: hierarchical-layers
三层纵向结构，Yoda 层使用绿色，其他层为暖灰；不使用竞品 Logo 墙。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苹果发布会式清晰度、咨询报告式可信度与创业团队真实感的结合。整体采用暖白、暖灰背景和精确的现代几何排版，只使用 Yoda 绿作为品牌强调色；每页用一句结论统领一个观点，让真实截图、数据或流程承担主要叙事。
Background:
  Texture: clean，纯色背景，无纸张纹理、渐变噪点或装饰图案
  Base Color: 暖白 #F7F5F0 为主，暖灰 #E9E9E6 用于分区和数据底板
Typography:
  Headlines: 粗体几何无衬线，笔画干净、结构克制、尺度强烈；中文视觉接近现代黑体
  Body: 清晰现代无衬线，适合屏幕阅读；正文视觉尺寸不小于 20pt，数字可用等宽特征增强可信度
Color Palette:
  Primary Text: 墨黑 #111111 - 标题、关键结论和核心数字
  Background: 暖白 #F7F5F0 - 主要画布
  Surface: 暖灰 #E9E9E6 - 卡片、对照区和数据底板
  Accent 1: Yoda Green #5DC98F - 唯一品牌强调色，用于关键节点、箭头和数字
  Secondary Text: 中灰 #71717A - 注释、来源和非核心信息
Visual Elements:
  - 真实 Yoda 产品截图、用户现场、活动照片、访谈或数据证据优先于图库照片
  - 使用细线流程图、简洁箭头、少量圆角底板和大数字，不使用 3D 插画或装饰性图标堆叠
  - 图表弱化坐标轴，直接标注趋势、口径和结论
  - 每页最多一个主视觉；照片保持真实色彩，只做必要裁切和轻微降饱和
Density Guidelines:
  - Content per slide: 一个核心观点，标题 + 最多 2–3 个支撑点；数据页允许 3–5 个关键数字
  - Whitespace: 四周至少保留 12%–15% 安全边距，主视觉与文字之间保持明显呼吸感
Style Rules:
  Do: 标题直接写结论；优先使用真实证据；保持 16:9；统一左对齐或明确的中心对齐；所有小字确保可读；每个数字附口径或日期
  Don't: 不使用深色满版背景；不堆复杂坐标轴；不使用无关图库人物；不编造客户、订单、留存或收入；不把 Agent 团队写成产品类别；不使用发光、玻璃拟态、过多描边和装饰线
&lt;/STYLE_INSTRUCTIONS&gt;
## SLIDE CONTENT
## Slide 13 of 18
**Type**: Content
**Filename**: 13-slide-dual-business-model.png
// NARRATIVE GOAL
展示商业模式不是单一订阅，也不是定制外包，而是共用产品底座的 C/B 双轨增长。
// KEY CONTENT
Headline: C 端口碑与 B 端年约，共用同一套 Harness 底座
Sub-headline: 个人用户提供产品反馈和传播，机构客户提供更高客单价与稳定年度收入
Body:
- C 端：开源 Desktop → Relay / Creator Pro → Studio / Marketplace
- B 端：付费试点 → Education / Organization Edition → 部署、培训、维护与 SLA
- Apache-2.0 下，收费点不是“允许二开”，而是官方产品化与持续服务
// VISUAL
左右两条路径从同一个 Yoda Harness 底座向上生长，最终分别形成个人经常性收入与机构 ARR；两条路径在产品反馈和模板资产处形成一个小闭环。
// LAYOUT
Layout: two-columns
左右等宽，底部共享绿色底座；不画复杂飞轮，仅保留一次反馈回路。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苹果发布会式清晰度、咨询报告式可信度与创业团队真实感的结合。整体采用暖白、暖灰背景和精确的现代几何排版，只使用 Yoda 绿作为品牌强调色；每页用一句结论统领一个观点，让真实截图、数据或流程承担主要叙事。
Background:
  Texture: clean，纯色背景，无纸张纹理、渐变噪点或装饰图案
  Base Color: 暖白 #F7F5F0 为主，暖灰 #E9E9E6 用于分区和数据底板
Typography:
  Headlines: 粗体几何无衬线，笔画干净、结构克制、尺度强烈；中文视觉接近现代黑体
  Body: 清晰现代无衬线，适合屏幕阅读；正文视觉尺寸不小于 20pt，数字可用等宽特征增强可信度
Color Palette:
  Primary Text: 墨黑 #111111 - 标题、关键结论和核心数字
  Background: 暖白 #F7F5F0 - 主要画布
  Surface: 暖灰 #E9E9E6 - 卡片、对照区和数据底板
  Accent 1: Yoda Green #5DC98F - 唯一品牌强调色，用于关键节点、箭头和数字
  Secondary Text: 中灰 #71717A - 注释、来源和非核心信息
Visual Elements:
  - 真实 Yoda 产品截图、用户现场、活动照片、访谈或数据证据优先于图库照片
  - 使用细线流程图、简洁箭头、少量圆角底板和大数字，不使用 3D 插画或装饰性图标堆叠
  - 图表弱化坐标轴，直接标注趋势、口径和结论
  - 每页最多一个主视觉；照片保持真实色彩，只做必要裁切和轻微降饱和
Density Guidelines:
  - Content per slide: 一个核心观点，标题 + 最多 2–3 个支撑点；数据页允许 3–5 个关键数字
  - Whitespace: 四周至少保留 12%–15% 安全边距，主视觉与文字之间保持明显呼吸感
Style Rules:
  Do: 标题直接写结论；优先使用真实证据；保持 16:9；统一左对齐或明确的中心对齐；所有小字确保可读；每个数字附口径或日期
  Don't: 不使用深色满版背景；不堆复杂坐标轴；不使用无关图库人物；不编造客户、订单、留存或收入；不把 Agent 团队写成产品类别；不使用发光、玻璃拟态、过多描边和装饰线
&lt;/STYLE_INSTRUCTIONS&gt;
## SLIDE CONTENT
## Slide 14 of 18
**Type**: Content
**Filename**: 14-slide-education-wedge.png
// NARRATIVE GOAL
把高校教育从泛泛的 B 端想象落实为具体买方、交付包与付费验证路径。
// KEY CONTENT
Headline: 高校教育是最清晰的 B 端切口
Sub-headline: 学校需要的不是另一个聊天框，而是统一实践环境、课程资产、治理边界与持续支持
Body:
- 一门课程 / 一个实验室 / 一期训练营的付费试点
- Yoda Education：桌面端 + 机构配置 + 课程模板 + 管理能力 + 教师培训
- 试点验收后转机构年约，再扩展学院、校区或部门
// VISUAL
左侧使用“手工川 AI 创造营 EP03”真实活动照片的干净裁切，右侧是一条三阶段销售路径“付费试点 → 标准产品包 → 机构年约”。照片注明“创作者培训现场，仅作场景与渠道证明，不是 Yoda 客户案例”。
// LAYOUT
Layout: split-screen
照片约占 45%，流程约占 55%；明确证据边界，避免把活动参与者包装成客户。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苹果发布会式清晰度、咨询报告式可信度与创业团队真实感的结合。整体采用暖白、暖灰背景和精确的现代几何排版，只使用 Yoda 绿作为品牌强调色；每页用一句结论统领一个观点，让真实截图、数据或流程承担主要叙事。
Background:
  Texture: clean，纯色背景，无纸张纹理、渐变噪点或装饰图案
  Base Color: 暖白 #F7F5F0 为主，暖灰 #E9E9E6 用于分区和数据底板
Typography:
  Headlines: 粗体几何无衬线，笔画干净、结构克制、尺度强烈；中文视觉接近现代黑体
  Body: 清晰现代无衬线，适合屏幕阅读；正文视觉尺寸不小于 20pt，数字可用等宽特征增强可信度
Color Palette:
  Primary Text: 墨黑 #111111 - 标题、关键结论和核心数字
  Background: 暖白 #F7F5F0 - 主要画布
  Surface: 暖灰 #E9E9E6 - 卡片、对照区和数据底板
  Accent 1: Yoda Green #5DC98F - 唯一品牌强调色，用于关键节点、箭头和数字
  Secondary Text: 中灰 #71717A - 注释、来源和非核心信息
Visual Elements:
  - 真实 Yoda 产品截图、用户现场、活动照片、访谈或数据证据优先于图库照片
  - 使用细线流程图、简洁箭头、少量圆角底板和大数字，不使用 3D 插画或装饰性图标堆叠
  - 图表弱化坐标轴，直接标注趋势、口径和结论
  - 每页最多一个主视觉；照片保持真实色彩，只做必要裁切和轻微降饱和
Density Guidelines:
  - Content per slide: 一个核心观点，标题 + 最多 2–3 个支撑点；数据页允许 3–5 个关键数字
  - Whitespace: 四周至少保留 12%–15% 安全边距，主视觉与文字之间保持明显呼吸感
Style Rules:
  Do: 标题直接写结论；优先使用真实证据；保持 16:9；统一左对齐或明确的中心对齐；所有小字确保可读；每个数字附口径或日期
  Don't: 不使用深色满版背景；不堆复杂坐标轴；不使用无关图库人物；不编造客户、订单、留存或收入；不把 Agent 团队写成产品类别；不使用发光、玻璃拟态、过多描边和装饰线
&lt;/STYLE_INSTRUCTIONS&gt;
## SLIDE CONTENT
## Slide 15 of 18
**Type**: Content
**Filename**: 15-slide-early-traction.png
// NARRATIVE GOAL
诚实呈现早期使用信号与商业化起点，让投资人区分产品活跃、登录漏斗和付费验证。
// KEY CONTENT
Headline: 产品已获得早期使用，付费验证仍在起点
Sub-headline: 当前数据证明有人下载、Clone 和授权，但尚不能证明留存与商业模式成立
Body:
- 50 Stars · 18 Forks · 73 个公开 Release
- 最近 14 天：426 次 Clone · 126 个独立 Cloner
- 73 个独立授权用户；Relay 3 个试用账户、0 个付费
- 数据截至：GitHub 2026-07-22；账号与 Relay 2026-07-21
// VISUAL
左侧“使用信号”放 4 个大数字，右侧“尚未验证”只放三项：D7/D30 留存、作品完成率、付费续约。0 付费用黑色大数字而非藏在脚注，形成诚实可信的反差。
// LAYOUT
Layout: dashboard
仪表盘极简化，无图标；数字和日期占主导，右下保留“非去重下载/机器请求不计入用户”口径说明。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苹果发布会式清晰度、咨询报告式可信度与创业团队真实感的结合。整体采用暖白、暖灰背景和精确的现代几何排版，只使用 Yoda 绿作为品牌强调色；每页用一句结论统领一个观点，让真实截图、数据或流程承担主要叙事。
Background:
  Texture: clean，纯色背景，无纸张纹理、渐变噪点或装饰图案
  Base Color: 暖白 #F7F5F0 为主，暖灰 #E9E9E6 用于分区和数据底板
Typography:
  Headlines: 粗体几何无衬线，笔画干净、结构克制、尺度强烈；中文视觉接近现代黑体
  Body: 清晰现代无衬线，适合屏幕阅读；正文视觉尺寸不小于 20pt，数字可用等宽特征增强可信度
Color Palette:
  Primary Text: 墨黑 #111111 - 标题、关键结论和核心数字
  Background: 暖白 #F7F5F0 - 主要画布
  Surface: 暖灰 #E9E9E6 - 卡片、对照区和数据底板
  Accent 1: Yoda Green #5DC98F - 唯一品牌强调色，用于关键节点、箭头和数字
  Secondary Text: 中灰 #71717A - 注释、来源和非核心信息
Visual Elements:
  - 真实 Yoda 产品截图、用户现场、活动照片、访谈或数据证据优先于图库照片
  - 使用细线流程图、简洁箭头、少量圆角底板和大数字，不使用 3D 插画或装饰性图标堆叠
  - 图表弱化坐标轴，直接标注趋势、口径和结论
  - 每页最多一个主视觉；照片保持真实色彩，只做必要裁切和轻微降饱和
Density Guidelines:
  - Content per slide: 一个核心观点，标题 + 最多 2–3 个支撑点；数据页允许 3–5 个关键数字
  - Whitespace: 四周至少保留 12%–15% 安全边距，主视觉与文字之间保持明显呼吸感
Style Rules:
  Do: 标题直接写结论；优先使用真实证据；保持 16:9；统一左对齐或明确的中心对齐；所有小字确保可读；每个数字附口径或日期
  Don't: 不使用深色满版背景；不堆复杂坐标轴；不使用无关图库人物；不编造客户、订单、留存或收入；不把 Agent 团队写成产品类别；不使用发光、玻璃拟态、过多描边和装饰线
&lt;/STYLE_INSTRUCTIONS&gt;
## SLIDE CONTENT
## Slide 16 of 18
**Type**: Content
**Filename**: 16-slide-founder-product-fit.png
// NARRATIVE GOAL
证明创始人与产品的独特匹配：既是第一重度用户，也是内容、社区与 B 端触达的第一增长渠道。
// KEY CONTENT
Headline: Yoda 用 Yoda 开发自己，迭代速度就是第一份背书
Sub-headline: 创始人手工川长期横跨内容创作、开发工具与 AI 产品化
Body:
- 自 2026-05-10 起：1,645 个 main 提交 · 73 个公开 Release · 31 种 Agent Client
- LovStudio、Lovpen、Lovcode 等产品与 OPC / AI Coding 内容积累
- 高校、商学院、开发者社区和孵化器触点，为早期设计伙伴提供入口
// VISUAL
左侧使用创始人真实工作/分享照片，右侧用一条“内容创作者 → AI 产品创始人 → Yoda 第一用户”的三节点时间线；底部放一张真实 Yoda 开发 Yoda 工作区小截图。不得使用夸张光环或人物抠图海报效果。
// LAYOUT
Layout: split-screen
人物现场照片约 40%，证据与时间线约 60%；所有数字注明统计口径，不写成个人代码量。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苹果发布会式清晰度、咨询报告式可信度与创业团队真实感的结合。整体采用暖白、暖灰背景和精确的现代几何排版，只使用 Yoda 绿作为品牌强调色；每页用一句结论统领一个观点，让真实截图、数据或流程承担主要叙事。
Background:
  Texture: clean，纯色背景，无纸张纹理、渐变噪点或装饰图案
  Base Color: 暖白 #F7F5F0 为主，暖灰 #E9E9E6 用于分区和数据底板
Typography:
  Headlines: 粗体几何无衬线，笔画干净、结构克制、尺度强烈；中文视觉接近现代黑体
  Body: 清晰现代无衬线，适合屏幕阅读；正文视觉尺寸不小于 20pt，数字可用等宽特征增强可信度
Color Palette:
  Primary Text: 墨黑 #111111 - 标题、关键结论和核心数字
  Background: 暖白 #F7F5F0 - 主要画布
  Surface: 暖灰 #E9E9E6 - 卡片、对照区和数据底板
  Accent 1: Yoda Green #5DC98F - 唯一品牌强调色，用于关键节点、箭头和数字
  Secondary Text: 中灰 #71717A - 注释、来源和非核心信息
Visual Elements:
  - 真实 Yoda 产品截图、用户现场、活动照片、访谈或数据证据优先于图库照片
  - 使用细线流程图、简洁箭头、少量圆角底板和大数字，不使用 3D 插画或装饰性图标堆叠
  - 图表弱化坐标轴，直接标注趋势、口径和结论
  - 每页最多一个主视觉；照片保持真实色彩，只做必要裁切和轻微降饱和
Density Guidelines:
  - Content per slide: 一个核心观点，标题 + 最多 2–3 个支撑点；数据页允许 3–5 个关键数字
  - Whitespace: 四周至少保留 12%–15% 安全边距，主视觉与文字之间保持明显呼吸感
Style Rules:
  Do: 标题直接写结论；优先使用真实证据；保持 16:9；统一左对齐或明确的中心对齐；所有小字确保可读；每个数字附口径或日期
  Don't: 不使用深色满版背景；不堆复杂坐标轴；不使用无关图库人物；不编造客户、订单、留存或收入；不把 Agent 团队写成产品类别；不使用发光、玻璃拟态、过多描边和装饰线
&lt;/STYLE_INSTRUCTIONS&gt;
## SLIDE CONTENT
## Slide 17 of 18
**Type**: Content
**Filename**: 17-slide-milestones.png
// NARRATIVE GOAL
说明融资后不是同时追逐所有市场，而是按季度从产品、留存、付费到规模化逐步解风险。
// KEY CONTENT
Headline: 18–24 个月只做一件事：验证可重复增长
Sub-headline: 前三个月先把体验和数据做实，再逐步增加推广、付费与机构交付
Body:
- 0–3 月：产品体验、埋点、20 位用户访谈
- 4–6 月：自然增长、10 家 B 端访谈、2–3 家设计伙伴
- 7–9 月：Relay/Pro 付费验证、2–3 个机构付费试点
- 10–12 月：聚焦高留存场景、产品化机构共性
- 13–15 月：Studio 与机构年约最小闭环
- 16–18 月：扩大有效渠道与英文市场
- 19–21 月：Harness 生态与可复制交付伙伴
- 22–24 月：验证增长效率、毛利和下一轮融资条件
// VISUAL
一条横向八节点季度时间线，每个节点只有“月份 + 4–7 字目标”，下方用绿色细线标出三个阶段：产品成立、商业成立、规模成立。详细解释留在讲稿或附录。
// LAYOUT
Layout: linear-progression
时间线占据页面中下部；标题上方大留白。节点文字不得小于 20pt。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苹果发布会式清晰度、咨询报告式可信度与创业团队真实感的结合。整体采用暖白、暖灰背景和精确的现代几何排版，只使用 Yoda 绿作为品牌强调色；每页用一句结论统领一个观点，让真实截图、数据或流程承担主要叙事。
Background:
  Texture: clean，纯色背景，无纸张纹理、渐变噪点或装饰图案
  Base Color: 暖白 #F7F5F0 为主，暖灰 #E9E9E6 用于分区和数据底板
Typography:
  Headlines: 粗体几何无衬线，笔画干净、结构克制、尺度强烈；中文视觉接近现代黑体
  Body: 清晰现代无衬线，适合屏幕阅读；正文视觉尺寸不小于 20pt，数字可用等宽特征增强可信度
Color Palette:
  Primary Text: 墨黑 #111111 - 标题、关键结论和核心数字
  Background: 暖白 #F7F5F0 - 主要画布
  Surface: 暖灰 #E9E9E6 - 卡片、对照区和数据底板
  Accent 1: Yoda Green #5DC98F - 唯一品牌强调色，用于关键节点、箭头和数字
  Secondary Text: 中灰 #71717A - 注释、来源和非核心信息
Visual Elements:
  - 真实 Yoda 产品截图、用户现场、活动照片、访谈或数据证据优先于图库照片
  - 使用细线流程图、简洁箭头、少量圆角底板和大数字，不使用 3D 插画或装饰性图标堆叠
  - 图表弱化坐标轴，直接标注趋势、口径和结论
  - 每页最多一个主视觉；照片保持真实色彩，只做必要裁切和轻微降饱和
Density Guidelines:
  - Content per slide: 一个核心观点，标题 + 最多 2–3 个支撑点；数据页允许 3–5 个关键数字
  - Whitespace: 四周至少保留 12%–15% 安全边距，主视觉与文字之间保持明显呼吸感
Style Rules:
  Do: 标题直接写结论；优先使用真实证据；保持 16:9；统一左对齐或明确的中心对齐；所有小字确保可读；每个数字附口径或日期
  Don't: 不使用深色满版背景；不堆复杂坐标轴；不使用无关图库人物；不编造客户、订单、留存或收入；不把 Agent 团队写成产品类别；不使用发光、玻璃拟态、过多描边和装饰线
&lt;/STYLE_INSTRUCTIONS&gt;
## SLIDE CONTENT
## Slide 18 of 18
**Type**: Back Cover
**Filename**: 18-slide-back-cover.png
// NARRATIVE GOAL
用清晰融资诉求结束：投资购买的是一个验证窗口，而不是尚未发生的规模承诺。
// KEY CONTENT
Headline: 融资 200 万元，购买 18–24 个月的验证窗口
Sub-headline: 或 30 万美元 · 出让 10% 股权
Body:
- 60% 技术研发与产品体验
- 30% 市场推广与创作者增长
- 10% 云基础设施、合规与运营缓冲
- 目标：验证留存、个人付费与机构年约能否形成可重复增长
// VISUAL
用一个大号“200 万”作为视觉锚点，旁边是三段极简资金分配条；底部放 Yoda 标志、yoda.lovstudio.ai 和融资沟通 CTA。保持暖白背景，不使用“谢谢”或握手图库。
// LAYOUT
Layout: key-stat
大数字居左，资金分配和目标居右；底部只保留品牌与联系入口，形成坚定、克制的收尾。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Generated Slide Deck</dc:subject>
  <dc:creator>lovstudio-any2deck</dc:creator>
  <cp:lastModifiedBy>lovstudio-any2deck</cp:lastModifiedBy>
  <cp:revision>1</cp:revision>
  <dcterms:created xsi:type="dcterms:W3CDTF">2026-07-22T15:40:28Z</dcterms:created>
  <dcterms:modified xsi:type="dcterms:W3CDTF">2026-07-22T15:40:28Z</dcterms:modified>
</cp:coreProperties>
</file>